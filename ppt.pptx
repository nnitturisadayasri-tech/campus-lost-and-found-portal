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376D"/>
                </a:solidFill>
              </a:defRPr>
            </a:pPr>
            <a:r>
              <a:t>CAMPUS LOST AND FOUND PORTAL</a:t>
            </a:r>
          </a:p>
          <a:p>
            <a:pPr>
              <a:spcBef>
                <a:spcPts val="1500"/>
              </a:spcBef>
              <a:defRPr sz="2300">
                <a:solidFill>
                  <a:srgbClr val="2563EB"/>
                </a:solidFill>
              </a:defRPr>
            </a:pPr>
            <a:r>
              <a:t>A MERN-Based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20624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</a:defRPr>
            </a:pPr>
            <a:r>
              <a:t>Project Presentation</a:t>
            </a:r>
          </a:p>
          <a:p>
            <a:pPr>
              <a:defRPr sz="1500">
                <a:solidFill>
                  <a:srgbClr val="4B5563"/>
                </a:solidFill>
              </a:defRPr>
            </a:pPr>
            <a:r>
              <a:t>Student Name: ____________________     Guide: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Campus students frequently lose personal belongings such as ID cards, keys, books, wallets and electronic accessories.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Traditional announcements and messaging groups can make it difficult to match lost items with their owners.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The portal provides one central place to report, browse and manage lost-and-found items.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Lost-item information is scattered across notice boards, class groups and word of mouth.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Students may not know where or when an item was found.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Manual tracking can be time-consuming and makes status updates difficult.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Provide a centralized platform for lost and found reports.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Allow users to submit item descriptions, dates, locations and images.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Help users search and filter listings.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Support status updates and contact/claim coordination.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Improve transparency and reduce the time needed to reunite items with owners.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Users can create an account and sign in.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Users can post a lost item or a found item with relevant details.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Listings can be viewed and searched by category, date, location or keyword.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A user can contact the poster or submit a claim request, depending on the implemented workflow.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Administrators can review inappropriate or duplicate listings if an admin module is implemented.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MongoDB — stores user accounts and item records.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Express.js — provides REST API endpoints.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React.js — builds the interactive user interface.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Node.js — runs the server-side application.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Optional supporting tools: JWT authentication, image upload service and Git/GitHub version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Frontend: React components, forms, listing cards and search filters.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Backend: Node.js + Express routes, validation and business logic.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Database: MongoDB collections for users, items and claim/status records.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Request flow: React UI → Express API → MongoDB → API response → UI update.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Authentication and user profile management.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Lost-item reporting.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Found-item reporting.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Search, filter and listing details.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Claim/contact workflow and status management.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Admin moderation (if included in the final implementation).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Database Design (Suggested)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Users: name, email, passwordHash, role, createdAt.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Items: title, description, category, location, date, type (lost/found), imageUrl, status, postedBy, createdAt.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Claims (optional): itemId, claimantId, message, claimStatus, createdAt.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Use validation and access control to protect personal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1. User registers or signs in.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2. User creates a lost/found listing with accurate details.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3. Portal saves the listing to MongoDB.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4. Other users browse or search relevant listings.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5. Owner and finder coordinate through the approved contact/claim process.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6. Item status is updated when resolved.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Centralized and searchable information.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Faster matching between owners and finders.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Less dependence on repeated announcements.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Clear item status and organized records.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Can be expanded for multiple departments or campuses.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Testing and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Test form validation, authentication, API responses and search filters.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Handle invalid inputs and server/database errors gracefully.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Hash passwords; never store plain-text passwords.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Restrict protected actions to authenticated and authorized users.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Avoid publishing sensitive personal details or exact identity-document information.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The portal offers a structured digital approach to campus lost-and-found management.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Future enhancements may include email notifications, QR codes, image-based matching, mobile-friendly PWA support and analytics.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Replace suggested features in this presentation with the features actually implemented in the project.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9376D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9184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4B5563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